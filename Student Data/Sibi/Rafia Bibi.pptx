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21.png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4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Adnan Khan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Badsha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1100/1065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1687" y="393583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r>
              <a:rPr lang="en-US" sz="2400" b="1" u="sng" dirty="0" err="1" smtClean="0"/>
              <a:t>Kohlu</a:t>
            </a:r>
            <a:r>
              <a:rPr lang="en-US" sz="2400" b="1" u="sng" dirty="0" smtClean="0"/>
              <a:t>- </a:t>
            </a:r>
            <a:r>
              <a:rPr lang="en-US" sz="2400" b="1" u="sng" dirty="0" err="1" smtClean="0"/>
              <a:t>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99" y="6832841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18257" y="7431721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783896" y="629691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7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5536442" y="8004001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4" y="550842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ircle Background Frame clipart - Border, Square, Circle, transparent clip 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5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Rafia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Abdul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Sattar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1100/1007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91.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906" y="3946135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pPr algn="ctr"/>
            <a:r>
              <a:rPr lang="en-US" sz="2400" b="1" u="sng" dirty="0" err="1" smtClean="0"/>
              <a:t>Sibi-Balochistan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128" y="6821738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72800" y="8211482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-5519807" y="1817855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8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48" y="476136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70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ircle Background Frame clipart - Border, Square, Circle, transparent clip 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42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535</TotalTime>
  <Words>61</Words>
  <Application>Microsoft Office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27</cp:revision>
  <dcterms:created xsi:type="dcterms:W3CDTF">2021-10-29T08:53:24Z</dcterms:created>
  <dcterms:modified xsi:type="dcterms:W3CDTF">2021-10-30T10:34:01Z</dcterms:modified>
</cp:coreProperties>
</file>