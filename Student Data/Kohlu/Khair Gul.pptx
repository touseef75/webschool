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82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2" descr="Background vertical modern certificate templete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1"/>
          <a:stretch/>
        </p:blipFill>
        <p:spPr bwMode="auto">
          <a:xfrm>
            <a:off x="-4998" y="0"/>
            <a:ext cx="6862998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4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42259" y="5133155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Gul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1100/1007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.55%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5840" y="406817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r>
              <a:rPr lang="en-US" sz="2400" b="1" u="sng" dirty="0" err="1" smtClean="0"/>
              <a:t>Kohlu</a:t>
            </a:r>
            <a:r>
              <a:rPr lang="en-US" sz="2400" b="1" u="sng" dirty="0" smtClean="0"/>
              <a:t>- </a:t>
            </a:r>
            <a:r>
              <a:rPr lang="en-US" sz="2400" b="1" u="sng" dirty="0" err="1" smtClean="0"/>
              <a:t>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500" y="7158552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4586" y="8584538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2589798" y="7518538"/>
            <a:ext cx="3128532" cy="325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3272395" y="509171"/>
            <a:ext cx="3156859" cy="326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8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891" y="283721"/>
            <a:ext cx="3441701" cy="363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454</TotalTime>
  <Words>31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21</cp:revision>
  <dcterms:created xsi:type="dcterms:W3CDTF">2021-10-29T08:53:24Z</dcterms:created>
  <dcterms:modified xsi:type="dcterms:W3CDTF">2021-10-30T09:12:35Z</dcterms:modified>
</cp:coreProperties>
</file>