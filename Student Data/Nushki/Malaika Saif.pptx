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618" y="-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1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4.png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19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jpe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Adnan Khan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1100/1065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1687" y="393583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99" y="683284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18257" y="7431721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783896" y="629691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7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5536442" y="8004001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158" y="473427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5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Khadija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Jamali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Raja Khan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1100/922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83.81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906" y="3946135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pPr algn="ctr"/>
            <a:r>
              <a:rPr lang="en-US" sz="2400" b="1" u="sng" dirty="0" err="1" smtClean="0"/>
              <a:t>Sibi-Balochistan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128" y="6821738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72800" y="8211482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5519807" y="1817855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4234" y="691964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in on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t="41340" r="33009" b="34472"/>
          <a:stretch/>
        </p:blipFill>
        <p:spPr bwMode="auto">
          <a:xfrm>
            <a:off x="-4509832" y="4428972"/>
            <a:ext cx="3128532" cy="32509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1258" y="4035587"/>
            <a:ext cx="63681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/>
              <a:t>FC PUBLIC SCHOOL &amp; COLLEGE,</a:t>
            </a:r>
          </a:p>
          <a:p>
            <a:pPr algn="ctr"/>
            <a:r>
              <a:rPr lang="en-US" sz="3200" b="1" u="sng" dirty="0" err="1" smtClean="0"/>
              <a:t>Beleli-Balochistan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697592" y="5259443"/>
            <a:ext cx="40268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1050/870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82.86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28" y="6985024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15443" y="8577804"/>
            <a:ext cx="3429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4509832" y="784664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t="20752" r="13287" b="23035"/>
          <a:stretch/>
        </p:blipFill>
        <p:spPr bwMode="auto">
          <a:xfrm>
            <a:off x="1864733" y="553915"/>
            <a:ext cx="3128532" cy="32509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05447" y="0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4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Curled paper corner with red background Royalty Free Vect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1"/>
          <a:stretch/>
        </p:blipFill>
        <p:spPr bwMode="auto">
          <a:xfrm>
            <a:off x="0" y="-1"/>
            <a:ext cx="6857999" cy="916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orporate red border geometric background | Free Photo - rawpix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93901" y="486836"/>
            <a:ext cx="6857999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0747" y="-984978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858641" y="332976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14499" y="3809529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u="sng" dirty="0"/>
              <a:t>FC PUBLIC SCHOOL &amp; COLLEGE,</a:t>
            </a:r>
          </a:p>
          <a:p>
            <a:pPr algn="ctr"/>
            <a:r>
              <a:rPr lang="en-US" b="1" u="sng" dirty="0" err="1" smtClean="0"/>
              <a:t>Zhob-Balochistan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509" y="4807741"/>
            <a:ext cx="47658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Bilal Khan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Marjan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1100/892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81.00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60" y="7171530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44132" y="8676937"/>
            <a:ext cx="3429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6898633" y="2280519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91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alpha val="23000"/>
                <a:lumMod val="9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ave Vector Abstract Background Waves Line, Waves, Blue, Background PNG and  Vector with Transparent Background for Free Download | Vector background  pattern, Background design vector, Waves vect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83"/>
          <a:stretch/>
        </p:blipFill>
        <p:spPr bwMode="auto">
          <a:xfrm rot="10800000">
            <a:off x="-4" y="3606799"/>
            <a:ext cx="6883399" cy="5537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858641" y="332976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71341" y="3373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22570" y="3842480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u="sng" dirty="0"/>
              <a:t>FC PUBLIC SCHOOL &amp; COLLEGE,</a:t>
            </a:r>
          </a:p>
          <a:p>
            <a:pPr algn="ctr"/>
            <a:r>
              <a:rPr lang="en-US" b="1" u="sng" dirty="0" err="1" smtClean="0"/>
              <a:t>Nushki-Balochistan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722570" y="4844236"/>
            <a:ext cx="40305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Malaika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Shah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1100/992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90.18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68" y="760723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588483" y="8827974"/>
            <a:ext cx="3429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47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674</TotalTime>
  <Words>153</Words>
  <Application>Microsoft Office PowerPoint</Application>
  <PresentationFormat>On-screen Show (4:3)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41</cp:revision>
  <dcterms:created xsi:type="dcterms:W3CDTF">2021-10-29T08:53:24Z</dcterms:created>
  <dcterms:modified xsi:type="dcterms:W3CDTF">2021-10-30T12:52:44Z</dcterms:modified>
</cp:coreProperties>
</file>