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7" r:id="rId4"/>
    <p:sldId id="259" r:id="rId5"/>
  </p:sldIdLst>
  <p:sldSz cx="6858000" cy="9144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75" d="100"/>
          <a:sy n="75" d="100"/>
        </p:scale>
        <p:origin x="4590" y="5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96484"/>
            <a:ext cx="5829300" cy="31834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E3028-4171-4D2F-A492-4DFFC429C5C8}" type="datetimeFigureOut">
              <a:rPr lang="en-US" smtClean="0"/>
              <a:t>10/30/2021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42D75-5128-4E9C-B9FB-2701FE7E5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8087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E3028-4171-4D2F-A492-4DFFC429C5C8}" type="datetimeFigureOut">
              <a:rPr lang="en-US" smtClean="0"/>
              <a:t>10/30/2021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42D75-5128-4E9C-B9FB-2701FE7E5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7149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79653"/>
            <a:ext cx="5915025" cy="380364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119286"/>
            <a:ext cx="5915025" cy="200024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E3028-4171-4D2F-A492-4DFFC429C5C8}" type="datetimeFigureOut">
              <a:rPr lang="en-US" smtClean="0"/>
              <a:t>10/30/2021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42D75-5128-4E9C-B9FB-2701FE7E5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5792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E3028-4171-4D2F-A492-4DFFC429C5C8}" type="datetimeFigureOut">
              <a:rPr lang="en-US" smtClean="0"/>
              <a:t>10/30/2021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42D75-5128-4E9C-B9FB-2701FE7E5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6855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6836"/>
            <a:ext cx="5915025" cy="176741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E3028-4171-4D2F-A492-4DFFC429C5C8}" type="datetimeFigureOut">
              <a:rPr lang="en-US" smtClean="0"/>
              <a:t>10/30/2021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42D75-5128-4E9C-B9FB-2701FE7E5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577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E3028-4171-4D2F-A492-4DFFC429C5C8}" type="datetimeFigureOut">
              <a:rPr lang="en-US" smtClean="0"/>
              <a:t>10/30/2021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42D75-5128-4E9C-B9FB-2701FE7E5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723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E3028-4171-4D2F-A492-4DFFC429C5C8}" type="datetimeFigureOut">
              <a:rPr lang="en-US" smtClean="0"/>
              <a:t>10/30/2021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42D75-5128-4E9C-B9FB-2701FE7E5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8305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316569"/>
            <a:ext cx="3471863" cy="649816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E3028-4171-4D2F-A492-4DFFC429C5C8}" type="datetimeFigureOut">
              <a:rPr lang="en-US" smtClean="0"/>
              <a:t>10/30/2021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42D75-5128-4E9C-B9FB-2701FE7E5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0104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316569"/>
            <a:ext cx="3471863" cy="649816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E3028-4171-4D2F-A492-4DFFC429C5C8}" type="datetimeFigureOut">
              <a:rPr lang="en-US" smtClean="0"/>
              <a:t>10/30/2021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42D75-5128-4E9C-B9FB-2701FE7E5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9742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E3028-4171-4D2F-A492-4DFFC429C5C8}" type="datetimeFigureOut">
              <a:rPr lang="en-US" smtClean="0"/>
              <a:t>10/30/2021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42D75-5128-4E9C-B9FB-2701FE7E5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0249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86834"/>
            <a:ext cx="1478756" cy="7749117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86834"/>
            <a:ext cx="4350544" cy="774911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E3028-4171-4D2F-A492-4DFFC429C5C8}" type="datetimeFigureOut">
              <a:rPr lang="en-US" smtClean="0"/>
              <a:t>10/30/2021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42D75-5128-4E9C-B9FB-2701FE7E5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269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1E3028-4171-4D2F-A492-4DFFC429C5C8}" type="datetimeFigureOut">
              <a:rPr lang="en-US" smtClean="0"/>
              <a:t>10/30/2021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F42D75-5128-4E9C-B9FB-2701FE7E5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0627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13" Type="http://schemas.openxmlformats.org/officeDocument/2006/relationships/image" Target="../media/image12.jpeg"/><Relationship Id="rId18" Type="http://schemas.openxmlformats.org/officeDocument/2006/relationships/image" Target="../media/image17.jpeg"/><Relationship Id="rId3" Type="http://schemas.openxmlformats.org/officeDocument/2006/relationships/image" Target="../media/image2.jpeg"/><Relationship Id="rId21" Type="http://schemas.openxmlformats.org/officeDocument/2006/relationships/image" Target="../media/image20.png"/><Relationship Id="rId7" Type="http://schemas.openxmlformats.org/officeDocument/2006/relationships/image" Target="../media/image6.jpeg"/><Relationship Id="rId12" Type="http://schemas.openxmlformats.org/officeDocument/2006/relationships/image" Target="../media/image11.jpeg"/><Relationship Id="rId17" Type="http://schemas.openxmlformats.org/officeDocument/2006/relationships/image" Target="../media/image16.jpeg"/><Relationship Id="rId2" Type="http://schemas.openxmlformats.org/officeDocument/2006/relationships/image" Target="../media/image1.png"/><Relationship Id="rId16" Type="http://schemas.openxmlformats.org/officeDocument/2006/relationships/image" Target="../media/image15.jpeg"/><Relationship Id="rId20" Type="http://schemas.openxmlformats.org/officeDocument/2006/relationships/image" Target="../media/image19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11" Type="http://schemas.openxmlformats.org/officeDocument/2006/relationships/image" Target="../media/image10.jpeg"/><Relationship Id="rId5" Type="http://schemas.openxmlformats.org/officeDocument/2006/relationships/image" Target="../media/image4.png"/><Relationship Id="rId15" Type="http://schemas.openxmlformats.org/officeDocument/2006/relationships/image" Target="../media/image14.jpeg"/><Relationship Id="rId10" Type="http://schemas.openxmlformats.org/officeDocument/2006/relationships/image" Target="../media/image9.jpeg"/><Relationship Id="rId19" Type="http://schemas.openxmlformats.org/officeDocument/2006/relationships/image" Target="../media/image18.jpeg"/><Relationship Id="rId4" Type="http://schemas.openxmlformats.org/officeDocument/2006/relationships/image" Target="../media/image3.jpeg"/><Relationship Id="rId9" Type="http://schemas.openxmlformats.org/officeDocument/2006/relationships/image" Target="../media/image8.png"/><Relationship Id="rId14" Type="http://schemas.openxmlformats.org/officeDocument/2006/relationships/image" Target="../media/image13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13" Type="http://schemas.openxmlformats.org/officeDocument/2006/relationships/image" Target="../media/image11.jpeg"/><Relationship Id="rId18" Type="http://schemas.openxmlformats.org/officeDocument/2006/relationships/image" Target="../media/image16.jpeg"/><Relationship Id="rId3" Type="http://schemas.openxmlformats.org/officeDocument/2006/relationships/image" Target="../media/image1.png"/><Relationship Id="rId21" Type="http://schemas.openxmlformats.org/officeDocument/2006/relationships/image" Target="../media/image19.jpeg"/><Relationship Id="rId7" Type="http://schemas.openxmlformats.org/officeDocument/2006/relationships/image" Target="../media/image5.jpeg"/><Relationship Id="rId12" Type="http://schemas.openxmlformats.org/officeDocument/2006/relationships/image" Target="../media/image10.jpeg"/><Relationship Id="rId17" Type="http://schemas.openxmlformats.org/officeDocument/2006/relationships/image" Target="../media/image15.jpeg"/><Relationship Id="rId2" Type="http://schemas.openxmlformats.org/officeDocument/2006/relationships/image" Target="../media/image21.png"/><Relationship Id="rId16" Type="http://schemas.openxmlformats.org/officeDocument/2006/relationships/image" Target="../media/image14.jpeg"/><Relationship Id="rId20" Type="http://schemas.openxmlformats.org/officeDocument/2006/relationships/image" Target="../media/image18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jpeg"/><Relationship Id="rId5" Type="http://schemas.openxmlformats.org/officeDocument/2006/relationships/image" Target="../media/image3.jpeg"/><Relationship Id="rId15" Type="http://schemas.openxmlformats.org/officeDocument/2006/relationships/image" Target="../media/image13.jpeg"/><Relationship Id="rId10" Type="http://schemas.openxmlformats.org/officeDocument/2006/relationships/image" Target="../media/image8.png"/><Relationship Id="rId19" Type="http://schemas.openxmlformats.org/officeDocument/2006/relationships/image" Target="../media/image17.jpeg"/><Relationship Id="rId4" Type="http://schemas.openxmlformats.org/officeDocument/2006/relationships/image" Target="../media/image2.jpeg"/><Relationship Id="rId9" Type="http://schemas.openxmlformats.org/officeDocument/2006/relationships/image" Target="../media/image7.jpeg"/><Relationship Id="rId14" Type="http://schemas.openxmlformats.org/officeDocument/2006/relationships/image" Target="../media/image12.jpeg"/><Relationship Id="rId22" Type="http://schemas.openxmlformats.org/officeDocument/2006/relationships/image" Target="../media/image2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7" Type="http://schemas.openxmlformats.org/officeDocument/2006/relationships/image" Target="../media/image20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jpeg"/><Relationship Id="rId5" Type="http://schemas.openxmlformats.org/officeDocument/2006/relationships/image" Target="../media/image4.png"/><Relationship Id="rId4" Type="http://schemas.openxmlformats.org/officeDocument/2006/relationships/image" Target="../media/image2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12.jpeg"/><Relationship Id="rId4" Type="http://schemas.openxmlformats.org/officeDocument/2006/relationships/image" Target="../media/image1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6" name="Picture 22" descr="Decorative Arts Clipart Picture Frames Borders And - Borders And Frames |  Full Size PNG Download | Seek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108957" y="-1852889"/>
            <a:ext cx="6852226" cy="90556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Black background with hexagonal pattern Royalty Free Vector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936"/>
          <a:stretch/>
        </p:blipFill>
        <p:spPr bwMode="auto">
          <a:xfrm>
            <a:off x="9274122" y="-88328"/>
            <a:ext cx="6868886" cy="914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C:\Users\Rashid Khan\Desktop\std pics\IMG-20211029-WA0085.jpg"/>
          <p:cNvPicPr/>
          <p:nvPr/>
        </p:nvPicPr>
        <p:blipFill rotWithShape="1">
          <a:blip r:embed="rId4" cstate="print"/>
          <a:srcRect l="7537" t="18513" r="14617"/>
          <a:stretch/>
        </p:blipFill>
        <p:spPr bwMode="auto">
          <a:xfrm>
            <a:off x="-4305008" y="4572001"/>
            <a:ext cx="1547587" cy="20721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extBox 3"/>
          <p:cNvSpPr txBox="1"/>
          <p:nvPr/>
        </p:nvSpPr>
        <p:spPr>
          <a:xfrm>
            <a:off x="1299248" y="4803073"/>
            <a:ext cx="544013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Name: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Adnan Khan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F. Name: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Badsha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Hussain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Class: X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Marks obtained: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1100/1065	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Percentage: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96.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82 %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321687" y="3935834"/>
            <a:ext cx="507818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/>
              <a:t>FC PUBLIC SCHOOL &amp; </a:t>
            </a:r>
            <a:r>
              <a:rPr lang="en-US" sz="2400" b="1" u="sng" dirty="0" smtClean="0"/>
              <a:t>COLLEGE,</a:t>
            </a:r>
          </a:p>
          <a:p>
            <a:r>
              <a:rPr lang="en-US" sz="2400" b="1" u="sng" dirty="0" err="1" smtClean="0"/>
              <a:t>Kohlu</a:t>
            </a:r>
            <a:r>
              <a:rPr lang="en-US" sz="2400" b="1" u="sng" dirty="0" smtClean="0"/>
              <a:t>- </a:t>
            </a:r>
            <a:r>
              <a:rPr lang="en-US" sz="2400" b="1" u="sng" dirty="0" err="1" smtClean="0"/>
              <a:t>Balochistan</a:t>
            </a:r>
            <a:endParaRPr lang="en-US" sz="2400" dirty="0"/>
          </a:p>
        </p:txBody>
      </p:sp>
      <p:pic>
        <p:nvPicPr>
          <p:cNvPr id="1036" name="Picture 12" descr="FBISE Logo Vector (.EPS) Free Download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1799" y="6832841"/>
            <a:ext cx="1389744" cy="1389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2718257" y="7431721"/>
            <a:ext cx="40930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Federal board of </a:t>
            </a:r>
            <a:r>
              <a:rPr lang="en-US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intermediate </a:t>
            </a:r>
            <a:r>
              <a:rPr lang="en-US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 Islamabad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 descr="C:\Users\Rashid Khan\AppData\Local\Microsoft\Windows\Temporary Internet Files\Content.Word\IMG-20211029-WA0100.jpg"/>
          <p:cNvPicPr/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-4305008" y="2329543"/>
            <a:ext cx="1735980" cy="19188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10" descr="C:\Users\Rashid Khan\Desktop\std pics\IMG-20211029-WA0088.jpg"/>
          <p:cNvPicPr/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-4415009" y="273504"/>
            <a:ext cx="1845981" cy="17324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6" name="Picture 2" descr="Vector Female Student Icon, Student Icons, Female Icons, Female Clipart PNG  and Vector with Transparent Background for Free Download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5395" y="8072244"/>
            <a:ext cx="3133807" cy="32621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igh School Student Grad - Transparent Background Education Logo, HD Png  Download - kindpng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6829" y="7734097"/>
            <a:ext cx="3134869" cy="32621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23" descr="C:\Users\Rashid Khan\Desktop\std pics\IMG-20211029-WA0082.jpg"/>
          <p:cNvPicPr/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7878534" y="659532"/>
            <a:ext cx="3129594" cy="32562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5" name="Picture 24" descr="C:\Users\Rashid Khan\Desktop\std pics\IMG-20211029-WA0078.jpg"/>
          <p:cNvPicPr/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8126183" y="3548385"/>
            <a:ext cx="3149656" cy="32733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6" name="Picture 25" descr="C:\Users\Rashid Khan\Desktop\std pics\IMG-20211029-WA0090.jpg"/>
          <p:cNvPicPr/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8705477" y="3029590"/>
            <a:ext cx="917575" cy="5187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Picture 10" descr="Student icon graduation with mortar board Vector Image"/>
          <p:cNvPicPr>
            <a:picLocks noChangeAspect="1" noChangeArrowheads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43"/>
          <a:stretch/>
        </p:blipFill>
        <p:spPr bwMode="auto">
          <a:xfrm>
            <a:off x="1783896" y="629691"/>
            <a:ext cx="3156859" cy="326115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31" descr="C:\Users\Rashid Khan\Desktop\std pics\IMG-20211029-WA0084.jpg"/>
          <p:cNvPicPr/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8090957" y="1917814"/>
            <a:ext cx="3164820" cy="32611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3" name="Picture 32" descr="C:\Users\Rashid Khan\Desktop\std pics\IMG-20211029-WA0080.jpg"/>
          <p:cNvPicPr/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9701011" y="4068174"/>
            <a:ext cx="3165883" cy="32611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4" name="Picture 33" descr="C:\Users\Rashid Khan\Desktop\std pics\IMG-20211029-WA0072.jpg"/>
          <p:cNvPicPr/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-4923526" y="3742490"/>
            <a:ext cx="3149663" cy="33153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5" name="Picture 34" descr="C:\Users\Rashid Khan\Desktop\std pics\IMG-20211029-WA0086.jpg"/>
          <p:cNvPicPr/>
          <p:nvPr/>
        </p:nvPicPr>
        <p:blipFill rotWithShape="1">
          <a:blip r:embed="rId17" cstate="print"/>
          <a:srcRect t="16234"/>
          <a:stretch/>
        </p:blipFill>
        <p:spPr bwMode="auto">
          <a:xfrm>
            <a:off x="-5257129" y="3946135"/>
            <a:ext cx="3157921" cy="3291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6" name="Picture 35" descr="C:\Users\Rashid Khan\Desktop\std pics\IMG-20211029-WA0087.jpg"/>
          <p:cNvPicPr/>
          <p:nvPr/>
        </p:nvPicPr>
        <p:blipFill>
          <a:blip r:embed="rId18" cstate="print"/>
          <a:srcRect/>
          <a:stretch>
            <a:fillRect/>
          </a:stretch>
        </p:blipFill>
        <p:spPr bwMode="auto">
          <a:xfrm>
            <a:off x="8587038" y="1078476"/>
            <a:ext cx="3140979" cy="32728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7" name="Picture 36" descr="C:\Users\Rashid Khan\Desktop\std pics\IMG-20211029-WA0073.jpg"/>
          <p:cNvPicPr/>
          <p:nvPr/>
        </p:nvPicPr>
        <p:blipFill>
          <a:blip r:embed="rId19" cstate="print"/>
          <a:srcRect/>
          <a:stretch>
            <a:fillRect/>
          </a:stretch>
        </p:blipFill>
        <p:spPr bwMode="auto">
          <a:xfrm>
            <a:off x="8912383" y="3807212"/>
            <a:ext cx="3158984" cy="33149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" name="Picture 8" descr="Female graduate student icon Royalty Free Vector Image"/>
          <p:cNvPicPr>
            <a:picLocks noChangeAspect="1" noChangeArrowheads="1"/>
          </p:cNvPicPr>
          <p:nvPr/>
        </p:nvPicPr>
        <p:blipFill rotWithShape="1"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021"/>
          <a:stretch/>
        </p:blipFill>
        <p:spPr bwMode="auto">
          <a:xfrm>
            <a:off x="-5536442" y="8004001"/>
            <a:ext cx="3128532" cy="325092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Sea frame (98978) Free SVG Download / 4 Vector"/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70158" y="473427"/>
            <a:ext cx="3441701" cy="34191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355506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" descr="Circle Background Frame clipart - Border, Square, Circle, transparent clip  ar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858000" cy="914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 descr="Decorative Arts Clipart Picture Frames Borders And - Borders And Frames |  Full Size PNG Download | Seek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108957" y="-1852889"/>
            <a:ext cx="6852226" cy="90556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Black background with hexagonal pattern Royalty Free Vector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936"/>
          <a:stretch/>
        </p:blipFill>
        <p:spPr bwMode="auto">
          <a:xfrm>
            <a:off x="9274122" y="-88328"/>
            <a:ext cx="6868886" cy="914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C:\Users\Rashid Khan\Desktop\std pics\IMG-20211029-WA0085.jpg"/>
          <p:cNvPicPr/>
          <p:nvPr/>
        </p:nvPicPr>
        <p:blipFill rotWithShape="1">
          <a:blip r:embed="rId5" cstate="print"/>
          <a:srcRect l="7537" t="18513" r="14617"/>
          <a:stretch/>
        </p:blipFill>
        <p:spPr bwMode="auto">
          <a:xfrm>
            <a:off x="-4305008" y="4572001"/>
            <a:ext cx="1547587" cy="20721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extBox 3"/>
          <p:cNvSpPr txBox="1"/>
          <p:nvPr/>
        </p:nvSpPr>
        <p:spPr>
          <a:xfrm>
            <a:off x="1299248" y="4803073"/>
            <a:ext cx="544013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Name: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Khadija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Jamali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F. Name: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Raja Khan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Class: X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Marks obtained: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1100/922	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Percentage: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83.81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%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89906" y="3946135"/>
            <a:ext cx="507818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u="sng" dirty="0"/>
              <a:t>FC PUBLIC SCHOOL &amp; </a:t>
            </a:r>
            <a:r>
              <a:rPr lang="en-US" sz="2400" b="1" u="sng" dirty="0" smtClean="0"/>
              <a:t>COLLEGE,</a:t>
            </a:r>
          </a:p>
          <a:p>
            <a:pPr algn="ctr"/>
            <a:r>
              <a:rPr lang="en-US" sz="2400" b="1" u="sng" dirty="0" err="1" smtClean="0"/>
              <a:t>Sibi-Balochistan</a:t>
            </a:r>
            <a:endParaRPr lang="en-US" sz="2400" dirty="0"/>
          </a:p>
        </p:txBody>
      </p:sp>
      <p:pic>
        <p:nvPicPr>
          <p:cNvPr id="1036" name="Picture 12" descr="FBISE Logo Vector (.EPS) Free Download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4128" y="6821738"/>
            <a:ext cx="1389744" cy="1389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1972800" y="8211482"/>
            <a:ext cx="40930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Federal board of </a:t>
            </a:r>
            <a:r>
              <a:rPr lang="en-US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intermediate </a:t>
            </a:r>
            <a:r>
              <a:rPr lang="en-US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 Islamabad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 descr="C:\Users\Rashid Khan\AppData\Local\Microsoft\Windows\Temporary Internet Files\Content.Word\IMG-20211029-WA0100.jpg"/>
          <p:cNvPicPr/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-4305008" y="2329543"/>
            <a:ext cx="1735980" cy="19188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10" descr="C:\Users\Rashid Khan\Desktop\std pics\IMG-20211029-WA0088.jpg"/>
          <p:cNvPicPr/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-4415009" y="273504"/>
            <a:ext cx="1845981" cy="17324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6" name="Picture 2" descr="Vector Female Student Icon, Student Icons, Female Icons, Female Clipart PNG  and Vector with Transparent Background for Free Download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5395" y="8072244"/>
            <a:ext cx="3133807" cy="32621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igh School Student Grad - Transparent Background Education Logo, HD Png  Download - kindpng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6829" y="7734097"/>
            <a:ext cx="3134869" cy="32621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23" descr="C:\Users\Rashid Khan\Desktop\std pics\IMG-20211029-WA0082.jpg"/>
          <p:cNvPicPr/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7878534" y="659532"/>
            <a:ext cx="3129594" cy="32562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5" name="Picture 24" descr="C:\Users\Rashid Khan\Desktop\std pics\IMG-20211029-WA0078.jpg"/>
          <p:cNvPicPr/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8126183" y="3548385"/>
            <a:ext cx="3149656" cy="32733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6" name="Picture 25" descr="C:\Users\Rashid Khan\Desktop\std pics\IMG-20211029-WA0090.jpg"/>
          <p:cNvPicPr/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8705477" y="3029590"/>
            <a:ext cx="917575" cy="5187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Picture 10" descr="Student icon graduation with mortar board Vector Image"/>
          <p:cNvPicPr>
            <a:picLocks noChangeAspect="1" noChangeArrowheads="1"/>
          </p:cNvPicPr>
          <p:nvPr/>
        </p:nvPicPr>
        <p:blipFill rotWithShape="1"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43"/>
          <a:stretch/>
        </p:blipFill>
        <p:spPr bwMode="auto">
          <a:xfrm>
            <a:off x="-5519807" y="1817855"/>
            <a:ext cx="3156859" cy="326115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31" descr="C:\Users\Rashid Khan\Desktop\std pics\IMG-20211029-WA0084.jpg"/>
          <p:cNvPicPr/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8090957" y="1917814"/>
            <a:ext cx="3164820" cy="32611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3" name="Picture 32" descr="C:\Users\Rashid Khan\Desktop\std pics\IMG-20211029-WA0080.jpg"/>
          <p:cNvPicPr/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9701011" y="4068174"/>
            <a:ext cx="3165883" cy="32611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4" name="Picture 33" descr="C:\Users\Rashid Khan\Desktop\std pics\IMG-20211029-WA0072.jpg"/>
          <p:cNvPicPr/>
          <p:nvPr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-4923526" y="3742490"/>
            <a:ext cx="3149663" cy="33153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5" name="Picture 34" descr="C:\Users\Rashid Khan\Desktop\std pics\IMG-20211029-WA0086.jpg"/>
          <p:cNvPicPr/>
          <p:nvPr/>
        </p:nvPicPr>
        <p:blipFill rotWithShape="1">
          <a:blip r:embed="rId18" cstate="print"/>
          <a:srcRect t="16234"/>
          <a:stretch/>
        </p:blipFill>
        <p:spPr bwMode="auto">
          <a:xfrm>
            <a:off x="-5257129" y="3946135"/>
            <a:ext cx="3157921" cy="3291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6" name="Picture 35" descr="C:\Users\Rashid Khan\Desktop\std pics\IMG-20211029-WA0087.jpg"/>
          <p:cNvPicPr/>
          <p:nvPr/>
        </p:nvPicPr>
        <p:blipFill>
          <a:blip r:embed="rId19" cstate="print"/>
          <a:srcRect/>
          <a:stretch>
            <a:fillRect/>
          </a:stretch>
        </p:blipFill>
        <p:spPr bwMode="auto">
          <a:xfrm>
            <a:off x="8587038" y="1078476"/>
            <a:ext cx="3140979" cy="32728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7" name="Picture 36" descr="C:\Users\Rashid Khan\Desktop\std pics\IMG-20211029-WA0073.jpg"/>
          <p:cNvPicPr/>
          <p:nvPr/>
        </p:nvPicPr>
        <p:blipFill>
          <a:blip r:embed="rId20" cstate="print"/>
          <a:srcRect/>
          <a:stretch>
            <a:fillRect/>
          </a:stretch>
        </p:blipFill>
        <p:spPr bwMode="auto">
          <a:xfrm>
            <a:off x="8912383" y="3807212"/>
            <a:ext cx="3158984" cy="33149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" name="Picture 8" descr="Female graduate student icon Royalty Free Vector Image"/>
          <p:cNvPicPr>
            <a:picLocks noChangeAspect="1" noChangeArrowheads="1"/>
          </p:cNvPicPr>
          <p:nvPr/>
        </p:nvPicPr>
        <p:blipFill rotWithShape="1"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021"/>
          <a:stretch/>
        </p:blipFill>
        <p:spPr bwMode="auto">
          <a:xfrm>
            <a:off x="1864733" y="553916"/>
            <a:ext cx="3128532" cy="325092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Sea frame (98978) Free SVG Download / 4 Vector"/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4234" y="691964"/>
            <a:ext cx="3441701" cy="34191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87001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4" name="Picture 6" descr="Pin on Ar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858000" cy="914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8" descr="Female graduate student icon Royalty Free Vector Image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021"/>
          <a:stretch/>
        </p:blipFill>
        <p:spPr bwMode="auto">
          <a:xfrm>
            <a:off x="1864733" y="553916"/>
            <a:ext cx="3128532" cy="325092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/>
          <p:cNvPicPr/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69" t="41340" r="33009" b="34472"/>
          <a:stretch/>
        </p:blipFill>
        <p:spPr bwMode="auto">
          <a:xfrm>
            <a:off x="-4509832" y="4428972"/>
            <a:ext cx="3128532" cy="325092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4" name="Rectangle 3"/>
          <p:cNvSpPr/>
          <p:nvPr/>
        </p:nvSpPr>
        <p:spPr>
          <a:xfrm>
            <a:off x="261258" y="4035587"/>
            <a:ext cx="6368142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u="sng" dirty="0"/>
              <a:t>FC PUBLIC SCHOOL &amp; COLLEGE,</a:t>
            </a:r>
          </a:p>
          <a:p>
            <a:pPr algn="ctr"/>
            <a:r>
              <a:rPr lang="en-US" sz="3200" b="1" u="sng" dirty="0" err="1" smtClean="0"/>
              <a:t>Beleli-Balochistan</a:t>
            </a:r>
            <a:endParaRPr lang="en-US" sz="3200" dirty="0"/>
          </a:p>
        </p:txBody>
      </p:sp>
      <p:sp>
        <p:nvSpPr>
          <p:cNvPr id="5" name="Rectangle 4"/>
          <p:cNvSpPr/>
          <p:nvPr/>
        </p:nvSpPr>
        <p:spPr>
          <a:xfrm>
            <a:off x="697592" y="5259443"/>
            <a:ext cx="4026808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Name: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Attiq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Ullah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F. Name: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Nil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Class: X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Marks obtained: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1050/870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Percentage: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82.86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%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2" descr="FBISE Logo Vector (.EPS) Free Download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6328" y="6985024"/>
            <a:ext cx="1389744" cy="1389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3815443" y="8577804"/>
            <a:ext cx="3429000" cy="2616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Federal board of intermediate education Islamabad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8" descr="Female graduate student icon Royalty Free Vector Image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021"/>
          <a:stretch/>
        </p:blipFill>
        <p:spPr bwMode="auto">
          <a:xfrm>
            <a:off x="-4509832" y="784664"/>
            <a:ext cx="3128532" cy="325092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/>
          <p:cNvPicPr/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50" t="20752" r="13287" b="23035"/>
          <a:stretch/>
        </p:blipFill>
        <p:spPr bwMode="auto">
          <a:xfrm>
            <a:off x="1864733" y="553915"/>
            <a:ext cx="3128532" cy="325092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7" name="Picture 10" descr="Sea frame (98978) Free SVG Download / 4 Vector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105447" y="0"/>
            <a:ext cx="3441701" cy="34191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44281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098" name="Picture 2" descr="Corporate red border geometric background | Free Photo - rawpixel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6857999" cy="914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10" descr="Sea frame (98978) Free SVG Download / 4 Vecto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600747" y="-984978"/>
            <a:ext cx="3441701" cy="34191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8" descr="Female graduate student icon Royalty Free Vector Image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021"/>
          <a:stretch/>
        </p:blipFill>
        <p:spPr bwMode="auto">
          <a:xfrm>
            <a:off x="3257981" y="986510"/>
            <a:ext cx="3128532" cy="325092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10" descr="Student icon graduation with mortar board Vector Image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43"/>
          <a:stretch/>
        </p:blipFill>
        <p:spPr bwMode="auto">
          <a:xfrm>
            <a:off x="-8567807" y="4035587"/>
            <a:ext cx="3156859" cy="326115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3107747" y="4417347"/>
            <a:ext cx="3429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b="1" u="sng" dirty="0"/>
              <a:t>FC PUBLIC SCHOOL &amp; COLLEGE,</a:t>
            </a:r>
          </a:p>
          <a:p>
            <a:pPr algn="ctr"/>
            <a:r>
              <a:rPr lang="en-US" b="1" u="sng" dirty="0" err="1" smtClean="0"/>
              <a:t>Loralai-Balochistan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607757" y="5223891"/>
            <a:ext cx="4323991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Name: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Syed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Tanees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Fatima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F. Name: Nil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Class: X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Marks obtained: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1050/1029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Percentage: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93.55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%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12" descr="FBISE Logo Vector (.EPS) Free Download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629" y="7342797"/>
            <a:ext cx="1389744" cy="1389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/>
          <p:cNvSpPr/>
          <p:nvPr/>
        </p:nvSpPr>
        <p:spPr>
          <a:xfrm>
            <a:off x="1" y="8802777"/>
            <a:ext cx="3429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Federal board of intermediate education Islamabad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59178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592</TotalTime>
  <Words>120</Words>
  <Application>Microsoft Office PowerPoint</Application>
  <PresentationFormat>On-screen Show (4:3)</PresentationFormat>
  <Paragraphs>32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PPL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Microsoft account</cp:lastModifiedBy>
  <cp:revision>32</cp:revision>
  <dcterms:created xsi:type="dcterms:W3CDTF">2021-10-29T08:53:24Z</dcterms:created>
  <dcterms:modified xsi:type="dcterms:W3CDTF">2021-10-30T11:30:09Z</dcterms:modified>
</cp:coreProperties>
</file>