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BA1E-B903-45D9-A266-1791D476A1E0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6D91-5E2C-419C-A773-2BC7EFB29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4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BA1E-B903-45D9-A266-1791D476A1E0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96D91-5E2C-419C-A773-2BC7EFB29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3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8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2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1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2021-10-30T11:12:13Z</dcterms:created>
  <dcterms:modified xsi:type="dcterms:W3CDTF">2021-10-30T11:12:13Z</dcterms:modified>
</cp:coreProperties>
</file>