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47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808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85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2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3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1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4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E3028-4171-4D2F-A492-4DFFC429C5C8}" type="datetimeFigureOut">
              <a:rPr lang="en-US" smtClean="0"/>
              <a:t>10/30/2021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2D75-5128-4E9C-B9FB-2701FE7E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6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jpeg"/><Relationship Id="rId21" Type="http://schemas.openxmlformats.org/officeDocument/2006/relationships/image" Target="../media/image20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image" Target="../media/image1.png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21.png"/><Relationship Id="rId16" Type="http://schemas.openxmlformats.org/officeDocument/2006/relationships/image" Target="../media/image14.jpeg"/><Relationship Id="rId20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0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4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Adnan Khan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Badsha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Hussain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1100/1065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96.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82 %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21687" y="3935834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r>
              <a:rPr lang="en-US" sz="2400" b="1" u="sng" dirty="0" err="1" smtClean="0"/>
              <a:t>Kohlu</a:t>
            </a:r>
            <a:r>
              <a:rPr lang="en-US" sz="2400" b="1" u="sng" dirty="0" smtClean="0"/>
              <a:t>- </a:t>
            </a:r>
            <a:r>
              <a:rPr lang="en-US" sz="2400" b="1" u="sng" dirty="0" err="1" smtClean="0"/>
              <a:t>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799" y="6832841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18257" y="7431721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1783896" y="629691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7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5536442" y="8004001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0158" y="473427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550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" descr="Circle Background Frame clipart - Border, Square, Circle, transparent clip 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ecorative Arts Clipart Picture Frames Borders And - Borders And Frames |  Full Size PNG Download | Seek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108957" y="-1852889"/>
            <a:ext cx="6852226" cy="90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background with hexagonal pattern Royalty Free Vector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36"/>
          <a:stretch/>
        </p:blipFill>
        <p:spPr bwMode="auto">
          <a:xfrm>
            <a:off x="9274122" y="-88328"/>
            <a:ext cx="6868886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:\Users\Rashid Khan\Desktop\std pics\IMG-20211029-WA0085.jpg"/>
          <p:cNvPicPr/>
          <p:nvPr/>
        </p:nvPicPr>
        <p:blipFill rotWithShape="1">
          <a:blip r:embed="rId5" cstate="print"/>
          <a:srcRect l="7537" t="18513" r="14617"/>
          <a:stretch/>
        </p:blipFill>
        <p:spPr bwMode="auto">
          <a:xfrm>
            <a:off x="-4305008" y="4572001"/>
            <a:ext cx="1547587" cy="2072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99248" y="4803073"/>
            <a:ext cx="54401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Khadija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Jamali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Raja Khan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1100/922	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83.81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906" y="3946135"/>
            <a:ext cx="5078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FC PUBLIC SCHOOL &amp; </a:t>
            </a:r>
            <a:r>
              <a:rPr lang="en-US" sz="2400" b="1" u="sng" dirty="0" smtClean="0"/>
              <a:t>COLLEGE,</a:t>
            </a:r>
          </a:p>
          <a:p>
            <a:pPr algn="ctr"/>
            <a:r>
              <a:rPr lang="en-US" sz="2400" b="1" u="sng" dirty="0" err="1" smtClean="0"/>
              <a:t>Sibi-Balochistan</a:t>
            </a:r>
            <a:endParaRPr lang="en-US" sz="2400" dirty="0"/>
          </a:p>
        </p:txBody>
      </p:sp>
      <p:pic>
        <p:nvPicPr>
          <p:cNvPr id="1036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128" y="6821738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72800" y="8211482"/>
            <a:ext cx="4093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C:\Users\Rashid Khan\AppData\Local\Microsoft\Windows\Temporary Internet Files\Content.Word\IMG-20211029-WA0100.jp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-4305008" y="2329543"/>
            <a:ext cx="1735980" cy="191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Users\Rashid Khan\Desktop\std pics\IMG-20211029-WA0088.jpg"/>
          <p:cNvPicPr/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-4415009" y="273504"/>
            <a:ext cx="1845981" cy="1732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Vector Female Student Icon, Student Icons, Female Icons, Female Clipart PNG  and Vector with Transparent Background for Free Download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95" y="8072244"/>
            <a:ext cx="3133807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igh School Student Grad - Transparent Background Education Logo, HD Png  Download - kind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29" y="7734097"/>
            <a:ext cx="3134869" cy="32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C:\Users\Rashid Khan\Desktop\std pics\IMG-20211029-WA0082.jpg"/>
          <p:cNvPicPr/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78534" y="659532"/>
            <a:ext cx="3129594" cy="325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 descr="C:\Users\Rashid Khan\Desktop\std pics\IMG-20211029-WA0078.jpg"/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126183" y="3548385"/>
            <a:ext cx="3149656" cy="327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C:\Users\Rashid Khan\Desktop\std pics\IMG-20211029-WA0090.jpg"/>
          <p:cNvPicPr/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705477" y="3029590"/>
            <a:ext cx="917575" cy="5187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0" descr="Student icon graduation with mortar board Vector Image"/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3"/>
          <a:stretch/>
        </p:blipFill>
        <p:spPr bwMode="auto">
          <a:xfrm>
            <a:off x="-5519807" y="1817855"/>
            <a:ext cx="3156859" cy="326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1" descr="C:\Users\Rashid Khan\Desktop\std pics\IMG-20211029-WA0084.jpg"/>
          <p:cNvPicPr/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90957" y="1917814"/>
            <a:ext cx="3164820" cy="3261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32" descr="C:\Users\Rashid Khan\Desktop\std pics\IMG-20211029-WA0080.jpg"/>
          <p:cNvPicPr/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9701011" y="4068174"/>
            <a:ext cx="3165883" cy="3261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C:\Users\Rashid Khan\Desktop\std pics\IMG-20211029-WA0072.jpg"/>
          <p:cNvPicPr/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-4923526" y="3742490"/>
            <a:ext cx="3149663" cy="331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34" descr="C:\Users\Rashid Khan\Desktop\std pics\IMG-20211029-WA0086.jpg"/>
          <p:cNvPicPr/>
          <p:nvPr/>
        </p:nvPicPr>
        <p:blipFill rotWithShape="1">
          <a:blip r:embed="rId18" cstate="print"/>
          <a:srcRect t="16234"/>
          <a:stretch/>
        </p:blipFill>
        <p:spPr bwMode="auto">
          <a:xfrm>
            <a:off x="-5257129" y="3946135"/>
            <a:ext cx="3157921" cy="329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5" descr="C:\Users\Rashid Khan\Desktop\std pics\IMG-20211029-WA0087.jpg"/>
          <p:cNvPicPr/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8587038" y="1078476"/>
            <a:ext cx="3140979" cy="3272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" name="Picture 36" descr="C:\Users\Rashid Khan\Desktop\std pics\IMG-20211029-WA0073.jpg"/>
          <p:cNvPicPr/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8912383" y="3807212"/>
            <a:ext cx="3158984" cy="3314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54234" y="691964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70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in on 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1864733" y="553916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t="41340" r="33009" b="34472"/>
          <a:stretch/>
        </p:blipFill>
        <p:spPr bwMode="auto">
          <a:xfrm>
            <a:off x="-4509832" y="4428972"/>
            <a:ext cx="3128532" cy="32509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10" descr="Sea frame (98978) Free SVG Download / 4 Vect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428" y="465508"/>
            <a:ext cx="3441701" cy="3419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61258" y="4035587"/>
            <a:ext cx="636814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/>
              <a:t>FC PUBLIC SCHOOL &amp; COLLEGE,</a:t>
            </a:r>
          </a:p>
          <a:p>
            <a:pPr algn="ctr"/>
            <a:r>
              <a:rPr lang="en-US" sz="3200" b="1" u="sng" dirty="0" err="1" smtClean="0"/>
              <a:t>Beleli-Balochistan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697592" y="5259443"/>
            <a:ext cx="402680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Nazish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Bibi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Name: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 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obtained: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1050/872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83.05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2" descr="FBISE Logo Vector (.EPS) Free Downloa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328" y="6985024"/>
            <a:ext cx="1389744" cy="1389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815443" y="8577804"/>
            <a:ext cx="3429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board of intermediate education Islamabad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8" descr="Female graduate student icon Royalty Free Vector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21"/>
          <a:stretch/>
        </p:blipFill>
        <p:spPr bwMode="auto">
          <a:xfrm>
            <a:off x="-4509832" y="784664"/>
            <a:ext cx="3128532" cy="32509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42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575</TotalTime>
  <Words>90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>PPL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30</cp:revision>
  <dcterms:created xsi:type="dcterms:W3CDTF">2021-10-29T08:53:24Z</dcterms:created>
  <dcterms:modified xsi:type="dcterms:W3CDTF">2021-10-30T11:13:58Z</dcterms:modified>
</cp:coreProperties>
</file>