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227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-10886" y="1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3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684563" y="4851649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Saif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</a:t>
            </a:r>
            <a:endPara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Khan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Bux</a:t>
            </a:r>
            <a:endPara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1100/994</a:t>
            </a:r>
            <a:endPara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90.3%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5840" y="406817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FC PUBLIC SCHOOL &amp; </a:t>
            </a:r>
            <a:r>
              <a:rPr lang="en-US" sz="2400" b="1" u="sng" dirty="0" smtClean="0">
                <a:solidFill>
                  <a:schemeClr val="bg1"/>
                </a:solidFill>
              </a:rPr>
              <a:t>COLLEGE,</a:t>
            </a:r>
          </a:p>
          <a:p>
            <a:r>
              <a:rPr lang="en-US" sz="2400" b="1" u="sng" dirty="0" smtClean="0">
                <a:solidFill>
                  <a:schemeClr val="bg1"/>
                </a:solidFill>
              </a:rPr>
              <a:t>Sui - </a:t>
            </a:r>
            <a:r>
              <a:rPr lang="en-US" sz="2400" b="1" u="sng" dirty="0" err="1" smtClean="0">
                <a:solidFill>
                  <a:schemeClr val="bg1"/>
                </a:solidFill>
              </a:rPr>
              <a:t>Balochistan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651" y="6549757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785505" y="7958189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C:\Users\Rashid Khan\Desktop\std pics\IMG-20211029-WA0081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0829" y="643388"/>
            <a:ext cx="3087142" cy="3163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C:\Users\Rashid Khan\Desktop\std pics\IMG-20211029-WA0066.jpg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20829" y="643592"/>
            <a:ext cx="3087142" cy="3163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C:\Users\Rashid Khan\Desktop\std pics\IMG-20211029-WA0067.jpg"/>
          <p:cNvPicPr/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20829" y="643387"/>
            <a:ext cx="3087142" cy="326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C:\Users\Rashid Khan\Desktop\std pics\IMG-20211029-WA0070.jpg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20829" y="643386"/>
            <a:ext cx="3087142" cy="326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C:\Users\Rashid Khan\Desktop\std pics\IMG-20211029-WA0065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20829" y="643384"/>
            <a:ext cx="3087142" cy="3262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C:\Users\Rashid Khan\AppData\Local\Microsoft\Windows\Temporary Internet Files\Content.Word\IMG-20211029-WA0099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20829" y="643383"/>
            <a:ext cx="3087142" cy="326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64" y="643382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64" y="643382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49" y="458441"/>
            <a:ext cx="3441701" cy="363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</TotalTime>
  <Words>36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11</cp:revision>
  <dcterms:created xsi:type="dcterms:W3CDTF">2021-10-29T08:53:24Z</dcterms:created>
  <dcterms:modified xsi:type="dcterms:W3CDTF">2021-10-30T06:16:13Z</dcterms:modified>
</cp:coreProperties>
</file>