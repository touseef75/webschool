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38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4.png"/><Relationship Id="rId4" Type="http://schemas.openxmlformats.org/officeDocument/2006/relationships/image" Target="../media/image2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4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9.jpe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158" y="473427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Khadija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Raja Khan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1100/922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83.81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4234" y="691964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n on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t="41340" r="33009" b="34472"/>
          <a:stretch/>
        </p:blipFill>
        <p:spPr bwMode="auto">
          <a:xfrm>
            <a:off x="-4509832" y="4428972"/>
            <a:ext cx="3128532" cy="3250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1258" y="4035587"/>
            <a:ext cx="63681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FC PUBLIC SCHOOL &amp; COLLEGE,</a:t>
            </a:r>
          </a:p>
          <a:p>
            <a:pPr algn="ctr"/>
            <a:r>
              <a:rPr lang="en-US" sz="3200" b="1" u="sng" dirty="0" err="1" smtClean="0"/>
              <a:t>Beleli-Balochistan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697592" y="5259443"/>
            <a:ext cx="4026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Attiq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Ullah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1050/870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82.86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28" y="6985024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15443" y="8577804"/>
            <a:ext cx="3429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4509832" y="784664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t="20752" r="13287" b="23035"/>
          <a:stretch/>
        </p:blipFill>
        <p:spPr bwMode="auto">
          <a:xfrm>
            <a:off x="1864733" y="553915"/>
            <a:ext cx="3128532" cy="3250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05447" y="0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Curled paper corner with red background Royalty Free Vect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1"/>
          <a:stretch/>
        </p:blipFill>
        <p:spPr bwMode="auto">
          <a:xfrm>
            <a:off x="0" y="-1"/>
            <a:ext cx="6857999" cy="916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orporate red border geometric background | Free Photo - rawpix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3901" y="486836"/>
            <a:ext cx="6857999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0747" y="-984978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6434894" y="655058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858641" y="332976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14499" y="3809529"/>
            <a:ext cx="3429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u="sng" dirty="0"/>
              <a:t>FC PUBLIC SCHOOL &amp; COLLEGE,</a:t>
            </a:r>
          </a:p>
          <a:p>
            <a:pPr algn="ctr"/>
            <a:r>
              <a:rPr lang="en-US" b="1" u="sng" dirty="0" err="1" smtClean="0"/>
              <a:t>Zhob-Balochistan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509" y="4807741"/>
            <a:ext cx="432399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Sheryar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Abdul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Satar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1100/1023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93.00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12" descr="FBISE Logo Vector (.EPS) Free Downloa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60" y="7171530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44132" y="8676937"/>
            <a:ext cx="3429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91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634</TotalTime>
  <Words>120</Words>
  <Application>Microsoft Office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38</cp:revision>
  <dcterms:created xsi:type="dcterms:W3CDTF">2021-10-29T08:53:24Z</dcterms:created>
  <dcterms:modified xsi:type="dcterms:W3CDTF">2021-10-30T12:12:10Z</dcterms:modified>
</cp:coreProperties>
</file>